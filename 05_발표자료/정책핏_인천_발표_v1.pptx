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v2</c:v>
                  </c:pt>
                  <c:pt idx="1">
                    <c:v>v3</c:v>
                  </c:pt>
                  <c:pt idx="2">
                    <c:v>v4</c:v>
                  </c:pt>
                  <c:pt idx="3">
                    <c:v>v6</c:v>
                  </c:pt>
                  <c:pt idx="4">
                    <c:v>v7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92</c:v>
                </c:pt>
                <c:pt idx="2">
                  <c:v>92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8745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인천 순유입률 1.1% — 전국 1위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인천은 모든 연령대에서 순유입 (주민등록 주소 기준)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32.8%는 직장이 관외에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역외취업 사유 1위: "원하는 직무의 일자리 부재" 33.6%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 국내인구이동통계(A급, E005) · 인천연구원 MZ-X세대 일자리 전략 연구, 청년 2,000명 실태조사(A급, E006)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 청년정책의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36건 실측 (2026-08-13, E022) — 2인 교차판정 전 잠정치 · 네 지표 중 둘은 100%가 아닙니다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9%는 모델이 원문을 그대로 복사하지 못했습니다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 통제군을 넣자 100%가 89%로 내려갔습니다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오판 회피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병행을 중복으로 몰지 않은 비율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D-001~D-022 · 프롬프트 v2→v7 반복은 전부 정답셋 실측이 유도했다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불가. 수요신호 일부는 가상 표본 — 화면에 그대로 표기.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실제 공무원 검증은 아직 받지 않았습니다.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설계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측정했다가 아니라, 어떻게 잴지와 무엇이 나오면 실패인지를 미리 정했습니다.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K1: 검토서 초안까지의 작업 단계 수 — 줄지 않으면 실패로 기록 (08_효과측정_설계).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정책이 이어지는 것은 청년 정착의 충분조건이 아니라 전제조건입니다.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  ·  근거: A3 워크플로우 맵(E020) · 통계청·인천연구원(E005·E006)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2026-08-13T08:58:51Z</dcterms:created>
  <dcterms:modified xsi:type="dcterms:W3CDTF">2026-08-13T08:58:51Z</dcterms:modified>
</cp:coreProperties>
</file>