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3C"/>
                </a:solidFill>
                <a:latin typeface="Arial"/>
              </a:rPr>
              <a:t>정답셋이 프롬프트를 개선시켰다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필드 추출 정확도</c:v>
                </c:pt>
              </c:strCache>
            </c:strRef>
          </c:tx>
          <c:spPr>
            <a:solidFill>
              <a:srgbClr val="0E5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v2</c:v>
                  </c:pt>
                  <c:pt idx="1">
                    <c:v>v3</c:v>
                  </c:pt>
                  <c:pt idx="2">
                    <c:v>v6</c:v>
                  </c:pt>
                  <c:pt idx="3">
                    <c:v>v9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92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실패 대비 녹화 백업 준비. 화면에 실데이터/가상 라벨 상시 노출.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정책핏 인천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유사·중복 검토를 전화 협의 없이 한 화면에서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정책 그래프가 후보를 찾고, 판단은 사람이 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교육훈련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73936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일경험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9816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구직지원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25696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51576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채용지원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7456" y="3611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566160"/>
            <a:ext cx="1143000" cy="402336"/>
          </a:xfrm>
          <a:prstGeom prst="rect">
            <a:avLst/>
          </a:prstGeom>
          <a:solidFill>
            <a:srgbClr val="1A2B3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602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인천대 × 울산대 초광역 해커톤 · 주제 I3 · 2026-08-14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유출은 앱 하나로 풀리는 문제가 아니다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 보니, 통념과 데이터가 달랐습니다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E8F0F6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"청년이 인천을 떠난다"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매칭 플랫폼을 만들면 될까?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C75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사실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인천 순유입률 1.1% — 전국 1위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인천은 모든 연령대에서 순유입 (주민등록 주소 기준)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32.8%는 직장이 관외에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역외취업 사유 1위: "원하는 직무의 일자리 부재" 33.6%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2025 국내인구이동통계(A급, E005) · 인천연구원 MZ-X세대 일자리 전략 연구, 청년 2,000명 실태조사(A급, E006)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우리는 "바꿀 수 없는 것" 대신 "바꿀 수 있는 것"을 찾았습니다 →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수 있는 것: 정책 결정의 품질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I3의 두 축 중 '산업·정책 연계 부족'을 직접 타겟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8F0F6"/>
          </a:solidFill>
          <a:ln w="15240">
            <a:solidFill>
              <a:srgbClr val="0E5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정책핏의 직접효과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완전성 · 검토속도 · 누락탐지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2395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귀속: 높음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04872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8F0F6"/>
          </a:solidFill>
          <a:ln w="15240">
            <a:solidFill>
              <a:srgbClr val="0E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중간효과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15768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보완·연결·통합, 예산조정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15768" y="2395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3712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8A8F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정책의 사업성과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충원 · 취업·임금·근속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2395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귀속하지 않음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02552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03720" y="132588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8A8F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장기성과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산업생태계 · 청년 정착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13448" y="2395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귀속하지 않음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청년정책의 결정은 대부분 기존사업 조정이다  </a:t>
            </a:r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제2차 청년정책 기본계획 69개 사업 중 계속·확대 85.5%, 교육·훈련 분야는 92.3% (인천 청년정책 포트폴리오 한정, E008·E010)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A2B3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044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"연계 부족의 해법은 유사 사업을 하나 더 만드는 것이 아닐 가능성이 높습니다.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기존 사업을 실제로 이어 주는 권한·정보·인계장치는 새로 만들어야 할 수 있습니다."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도구는 정책을 '찾아주는' 도구다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정책을 '만드는 사람'의 유사·중복 검토를 돕는 도구는 확인되지 않았다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온통청년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기업마당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인천청년포털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5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정책핏 인천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사용자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구직자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중소기업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구직자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공무원 (검토 3단계)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검색·안내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지원사업 공고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 안내·신청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관계 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사이 관계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(중복·공백·인계)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5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4종 + 그래프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검토서 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5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검토서 초안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포털 2026-08-13 실접속 확인 완료 (A급, 증거원장 E017~E019) · 확인 범위: 공개 메뉴 기준 — 발견: 정책 간 조정은 현재 위원회 심의(사람 절차)로만 존재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하는 일과 하지 않는 일을 분리했다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사업을 같은 구조로 정규화하면, 안 보이던 관계가 보인다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0E5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— 추출만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→ 정책카드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계약: 없는 필드는 '모름'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원문 그대로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1E7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— 판정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· 인계 공백 · 조정 필요 중복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의도적 병행 (Cypher/파이썬)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detect.py에 import openai 없음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C75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— 결정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판정은 '후보'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검토서 초안 → 담당자 확정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협의로만 확정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규칙만으로 안 되나 — </a:t>
            </a:r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비정형 원문을 카드로 정규화하는 일은 규칙이 못 한다.  </a:t>
            </a:r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LLM만으로 안 되나 — </a:t>
            </a:r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부서 사업에 '중복' 낙인을 찍는 판정을 확률 모델에 맡길 수 없다.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8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416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금지 목록 (화면에 노출):  </a:t>
            </a:r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없는 사실 보완 · 정합성 점수 직접 생성 · 사업폐지/예산삭감 자동결정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— 150초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기준사업: 인천 청년도약기지 · 분석 범위를 산업 선택으로 확장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170432" cy="54864"/>
          </a:xfrm>
          <a:prstGeom prst="rect">
            <a:avLst/>
          </a:prstGeom>
          <a:solidFill>
            <a:srgbClr val="C75000"/>
          </a:solidFill>
          <a:ln w="12700">
            <a:solidFill>
              <a:srgbClr val="C75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교육훈련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09344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325880"/>
            <a:ext cx="1170432" cy="54864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일경험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80944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25880"/>
            <a:ext cx="1170432" cy="54864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구직지원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52544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325880"/>
            <a:ext cx="1170432" cy="54864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24144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325880"/>
            <a:ext cx="1170432" cy="54864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채용지원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95744" y="1417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1325880"/>
            <a:ext cx="117043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8A8F9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15200" y="1325880"/>
            <a:ext cx="1170432" cy="54864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39903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214884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2219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검토 개요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2514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4종 카운트 + 예산 달력 D-day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E8F0F6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2219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정책 연계 지도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514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결재란 사슬 — 인계 없는 구간 ✂ 절단선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라이브: gpt-4o 원문 재추출 (실호출)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172968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유사·중복 검토표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35387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× 판정 + 실행된 Cypher 질의 노출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172968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조치 제안서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5387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검토서 초안 다운로드 + 정확도 실측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만드는 두 장면 —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"이건 중첩이지만 의도된 병행입니다" (유사 ≠ 낭비) · "새로 만들 필요가 낮은 것" (AI가 신규 제안만 뱉는 도구가 아님)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 취업률을 올렸다고 말하지 않습니다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정답셋 37건 실측 (2026-08-13, E022) — 2인 교차판정 전 잠정치 · 인용 실재율은 100%가 아닙니다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3258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75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09160" y="13990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5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60720" y="13990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실재율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84개 중 68개. 실패는 전부 분류 라벨 — 지어낸 인용 0건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210312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1E7F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176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2176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정확도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 통제군을 넣어 판별력을 확보한 뒤의 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8803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1E7F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9535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720" y="2953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판정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 축을 넣기 전에는 검출 건수가 0건이었습니다 (n=3)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검증하지 않은 것: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취업·근속 증가 · 기업 매출 · 청년 순유출 감소 · 기관 도입 의향 — 3일 해커톤에서 증명할 수 없는 것은 주장하지 않는다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결정로그 D-001~D-023 · 프롬프트 v2→v7 반복은 전부 정답셋과 워크스루가 유도했다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먼저 말하고, 확장은 실물로 보였습니다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5176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공개데이터만으로 정책 인과효과는 증명 불가. 수요신호 일부는 가상 표본 — 화면에 그대로 표기.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사용 0 (설계상 금지). 실제 공무원 검증은 아직 받지 않았습니다.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2377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측정했다가 아니라, 어떻게 잴지와 무엇이 나오면 실패인지를 미리 정했습니다.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주지표 K1: 검토서 초안까지의 작업 단계 수 — 줄지 않으면 실패로 기록 (08_효과측정_설계).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로드맵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3520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산업 전체 · 고용24 실수요 연동 · 자동 서칭 · Neo4j 수천 건 그래프.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정책이 이어지는 것은 청년 정착의 충분조건이 아니라 전제조건입니다.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정책핏 인천 — 판단은 사람이, 근거는 그래프가  ·  근거: A3 워크플로우 맵(E020) · 통계청·인천연구원(E005·E006)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2026-08-13T09:55:59Z</dcterms:created>
  <dcterms:modified xsi:type="dcterms:W3CDTF">2026-08-13T09:55:59Z</dcterms:modified>
</cp:coreProperties>
</file>